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1FC830E-0355-44D4-A85B-5151A5C97859}" v="1" dt="2025-11-14T00:41:59.0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yan W" userId="2ddc910a21d78cf4" providerId="LiveId" clId="{690BF38F-947F-4BE4-AE71-632A23C317B5}"/>
    <pc:docChg chg="undo custSel modSld">
      <pc:chgData name="Ryan W" userId="2ddc910a21d78cf4" providerId="LiveId" clId="{690BF38F-947F-4BE4-AE71-632A23C317B5}" dt="2025-11-14T00:54:25.683" v="244" actId="14100"/>
      <pc:docMkLst>
        <pc:docMk/>
      </pc:docMkLst>
      <pc:sldChg chg="modSp mod">
        <pc:chgData name="Ryan W" userId="2ddc910a21d78cf4" providerId="LiveId" clId="{690BF38F-947F-4BE4-AE71-632A23C317B5}" dt="2025-11-14T00:50:00.065" v="227" actId="20577"/>
        <pc:sldMkLst>
          <pc:docMk/>
          <pc:sldMk cId="3124119860" sldId="257"/>
        </pc:sldMkLst>
        <pc:spChg chg="mod">
          <ac:chgData name="Ryan W" userId="2ddc910a21d78cf4" providerId="LiveId" clId="{690BF38F-947F-4BE4-AE71-632A23C317B5}" dt="2025-11-14T00:50:00.065" v="227" actId="20577"/>
          <ac:spMkLst>
            <pc:docMk/>
            <pc:sldMk cId="3124119860" sldId="257"/>
            <ac:spMk id="3" creationId="{6C0E7B0C-EEA3-69E8-6FC0-0DD90163A89D}"/>
          </ac:spMkLst>
        </pc:spChg>
      </pc:sldChg>
      <pc:sldChg chg="modSp mod">
        <pc:chgData name="Ryan W" userId="2ddc910a21d78cf4" providerId="LiveId" clId="{690BF38F-947F-4BE4-AE71-632A23C317B5}" dt="2025-11-14T00:54:25.683" v="244" actId="14100"/>
        <pc:sldMkLst>
          <pc:docMk/>
          <pc:sldMk cId="3601803932" sldId="258"/>
        </pc:sldMkLst>
        <pc:spChg chg="mod">
          <ac:chgData name="Ryan W" userId="2ddc910a21d78cf4" providerId="LiveId" clId="{690BF38F-947F-4BE4-AE71-632A23C317B5}" dt="2025-11-14T00:40:28.036" v="111" actId="14100"/>
          <ac:spMkLst>
            <pc:docMk/>
            <pc:sldMk cId="3601803932" sldId="258"/>
            <ac:spMk id="2" creationId="{8BFB38FC-3178-1969-DA23-178FDD90CDFE}"/>
          </ac:spMkLst>
        </pc:spChg>
        <pc:spChg chg="mod">
          <ac:chgData name="Ryan W" userId="2ddc910a21d78cf4" providerId="LiveId" clId="{690BF38F-947F-4BE4-AE71-632A23C317B5}" dt="2025-11-14T00:54:25.683" v="244" actId="14100"/>
          <ac:spMkLst>
            <pc:docMk/>
            <pc:sldMk cId="3601803932" sldId="258"/>
            <ac:spMk id="3" creationId="{6D65BDE8-1D5B-40DD-78E4-0AEAA60E170F}"/>
          </ac:spMkLst>
        </pc:spChg>
        <pc:picChg chg="mod">
          <ac:chgData name="Ryan W" userId="2ddc910a21d78cf4" providerId="LiveId" clId="{690BF38F-947F-4BE4-AE71-632A23C317B5}" dt="2025-11-14T00:40:22.434" v="110" actId="1076"/>
          <ac:picMkLst>
            <pc:docMk/>
            <pc:sldMk cId="3601803932" sldId="258"/>
            <ac:picMk id="5" creationId="{87F84D49-2937-A085-F099-A16DD958141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28564-846E-45C5-877B-16452ACA9963}" type="datetimeFigureOut">
              <a:rPr lang="en-AU" smtClean="0"/>
              <a:t>14/11/2025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C5EC1-5556-4A06-81EE-311598D0157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204523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28564-846E-45C5-877B-16452ACA9963}" type="datetimeFigureOut">
              <a:rPr lang="en-AU" smtClean="0"/>
              <a:t>14/11/2025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C5EC1-5556-4A06-81EE-311598D0157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5449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28564-846E-45C5-877B-16452ACA9963}" type="datetimeFigureOut">
              <a:rPr lang="en-AU" smtClean="0"/>
              <a:t>14/11/2025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C5EC1-5556-4A06-81EE-311598D0157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33573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28564-846E-45C5-877B-16452ACA9963}" type="datetimeFigureOut">
              <a:rPr lang="en-AU" smtClean="0"/>
              <a:t>14/11/2025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C5EC1-5556-4A06-81EE-311598D0157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576172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28564-846E-45C5-877B-16452ACA9963}" type="datetimeFigureOut">
              <a:rPr lang="en-AU" smtClean="0"/>
              <a:t>14/11/2025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C5EC1-5556-4A06-81EE-311598D0157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893884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28564-846E-45C5-877B-16452ACA9963}" type="datetimeFigureOut">
              <a:rPr lang="en-AU" smtClean="0"/>
              <a:t>14/11/2025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C5EC1-5556-4A06-81EE-311598D0157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514893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28564-846E-45C5-877B-16452ACA9963}" type="datetimeFigureOut">
              <a:rPr lang="en-AU" smtClean="0"/>
              <a:t>14/11/2025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C5EC1-5556-4A06-81EE-311598D0157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69936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28564-846E-45C5-877B-16452ACA9963}" type="datetimeFigureOut">
              <a:rPr lang="en-AU" smtClean="0"/>
              <a:t>14/11/2025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C5EC1-5556-4A06-81EE-311598D0157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1920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28564-846E-45C5-877B-16452ACA9963}" type="datetimeFigureOut">
              <a:rPr lang="en-AU" smtClean="0"/>
              <a:t>14/11/2025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C5EC1-5556-4A06-81EE-311598D0157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133218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28564-846E-45C5-877B-16452ACA9963}" type="datetimeFigureOut">
              <a:rPr lang="en-AU" smtClean="0"/>
              <a:t>14/11/2025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C5EC1-5556-4A06-81EE-311598D0157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229552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28564-846E-45C5-877B-16452ACA9963}" type="datetimeFigureOut">
              <a:rPr lang="en-AU" smtClean="0"/>
              <a:t>14/11/2025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C5EC1-5556-4A06-81EE-311598D0157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97256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28564-846E-45C5-877B-16452ACA9963}" type="datetimeFigureOut">
              <a:rPr lang="en-AU" smtClean="0"/>
              <a:t>14/11/2025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C5EC1-5556-4A06-81EE-311598D01570}" type="slidenum">
              <a:rPr lang="en-AU" smtClean="0"/>
              <a:t>‹#›</a:t>
            </a:fld>
            <a:endParaRPr lang="en-AU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370439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28564-846E-45C5-877B-16452ACA9963}" type="datetimeFigureOut">
              <a:rPr lang="en-AU" smtClean="0"/>
              <a:t>14/11/2025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C5EC1-5556-4A06-81EE-311598D0157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193523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28564-846E-45C5-877B-16452ACA9963}" type="datetimeFigureOut">
              <a:rPr lang="en-AU" smtClean="0"/>
              <a:t>14/11/2025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C5EC1-5556-4A06-81EE-311598D0157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097455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28564-846E-45C5-877B-16452ACA9963}" type="datetimeFigureOut">
              <a:rPr lang="en-AU" smtClean="0"/>
              <a:t>14/11/2025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C5EC1-5556-4A06-81EE-311598D0157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223846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28564-846E-45C5-877B-16452ACA9963}" type="datetimeFigureOut">
              <a:rPr lang="en-AU" smtClean="0"/>
              <a:t>14/11/2025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C5EC1-5556-4A06-81EE-311598D0157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967764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28564-846E-45C5-877B-16452ACA9963}" type="datetimeFigureOut">
              <a:rPr lang="en-AU" smtClean="0"/>
              <a:t>14/11/2025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C5EC1-5556-4A06-81EE-311598D0157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533033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94728564-846E-45C5-877B-16452ACA9963}" type="datetimeFigureOut">
              <a:rPr lang="en-AU" smtClean="0"/>
              <a:t>14/11/2025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D3C5EC1-5556-4A06-81EE-311598D0157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961880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56095-7598-3318-4449-D5D3CBD34C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l"/>
            <a:r>
              <a:rPr lang="en-AU" sz="4000" dirty="0"/>
              <a:t>Custom Program – Graphing Calculator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D29CFC-51BD-6E93-EBE4-B8671096602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AU" dirty="0">
                <a:solidFill>
                  <a:schemeClr val="bg2">
                    <a:lumMod val="25000"/>
                    <a:lumOff val="75000"/>
                  </a:schemeClr>
                </a:solidFill>
              </a:rPr>
              <a:t>Ryan Weber 105914892</a:t>
            </a:r>
          </a:p>
        </p:txBody>
      </p:sp>
    </p:spTree>
    <p:extLst>
      <p:ext uri="{BB962C8B-B14F-4D97-AF65-F5344CB8AC3E}">
        <p14:creationId xmlns:p14="http://schemas.microsoft.com/office/powerpoint/2010/main" val="13018259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3E4E5-421D-D895-3AF4-249A20132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953" y="602357"/>
            <a:ext cx="3990714" cy="970450"/>
          </a:xfrm>
        </p:spPr>
        <p:txBody>
          <a:bodyPr>
            <a:normAutofit/>
          </a:bodyPr>
          <a:lstStyle/>
          <a:p>
            <a:pPr algn="l"/>
            <a:r>
              <a:rPr lang="en-AU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0E7B0C-EEA3-69E8-6FC0-0DD90163A8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468" y="1711667"/>
            <a:ext cx="4801205" cy="4058751"/>
          </a:xfrm>
        </p:spPr>
        <p:txBody>
          <a:bodyPr/>
          <a:lstStyle/>
          <a:p>
            <a:r>
              <a:rPr lang="en-AU" dirty="0"/>
              <a:t>What is my program?</a:t>
            </a:r>
          </a:p>
          <a:p>
            <a:r>
              <a:rPr lang="en-AU" dirty="0"/>
              <a:t>Why did I decide to build this program?</a:t>
            </a:r>
          </a:p>
          <a:p>
            <a:r>
              <a:rPr lang="en-AU" dirty="0"/>
              <a:t>Key features:</a:t>
            </a:r>
          </a:p>
          <a:p>
            <a:pPr lvl="1"/>
            <a:r>
              <a:rPr lang="en-AU" dirty="0"/>
              <a:t>Parsing any type of graph from text</a:t>
            </a:r>
          </a:p>
          <a:p>
            <a:pPr lvl="1"/>
            <a:r>
              <a:rPr lang="en-AU" dirty="0"/>
              <a:t>Recalculating graph based on camera transform in world space</a:t>
            </a:r>
          </a:p>
          <a:p>
            <a:pPr lvl="1"/>
            <a:r>
              <a:rPr lang="en-AU" dirty="0"/>
              <a:t>Displaying graphs relevant to camera transform on screen</a:t>
            </a:r>
          </a:p>
          <a:p>
            <a:r>
              <a:rPr lang="en-AU" dirty="0"/>
              <a:t>25 classes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80CD17-EA81-AD0D-1E95-8113D80FE7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034741"/>
            <a:ext cx="6051047" cy="478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1198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B38FC-3178-1969-DA23-178FDD90C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135" y="630373"/>
            <a:ext cx="5005008" cy="970450"/>
          </a:xfrm>
        </p:spPr>
        <p:txBody>
          <a:bodyPr/>
          <a:lstStyle/>
          <a:p>
            <a:pPr algn="l"/>
            <a:r>
              <a:rPr lang="en-AU" dirty="0"/>
              <a:t>Code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65BDE8-1D5B-40DD-78E4-0AEAA60E17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219" y="1774013"/>
            <a:ext cx="4533834" cy="4592151"/>
          </a:xfrm>
        </p:spPr>
        <p:txBody>
          <a:bodyPr>
            <a:normAutofit fontScale="70000" lnSpcReduction="20000"/>
          </a:bodyPr>
          <a:lstStyle/>
          <a:p>
            <a:r>
              <a:rPr lang="en-AU" sz="2400" dirty="0"/>
              <a:t>How is the program challenging / special:</a:t>
            </a:r>
          </a:p>
          <a:p>
            <a:pPr lvl="1"/>
            <a:r>
              <a:rPr lang="en-AU" sz="2000" dirty="0"/>
              <a:t>Parsing text</a:t>
            </a:r>
          </a:p>
          <a:p>
            <a:pPr lvl="2"/>
            <a:r>
              <a:rPr lang="en-AU" sz="1800" dirty="0"/>
              <a:t>Strategy pattern</a:t>
            </a:r>
            <a:endParaRPr lang="en-AU" sz="2000" dirty="0"/>
          </a:p>
          <a:p>
            <a:pPr lvl="2"/>
            <a:r>
              <a:rPr lang="en-AU" sz="1800" dirty="0" err="1"/>
              <a:t>IOperation</a:t>
            </a:r>
            <a:r>
              <a:rPr lang="en-AU" sz="1800" dirty="0"/>
              <a:t> Interface</a:t>
            </a:r>
          </a:p>
          <a:p>
            <a:pPr lvl="2"/>
            <a:r>
              <a:rPr lang="en-AU" sz="1800" dirty="0" err="1"/>
              <a:t>Seperatng</a:t>
            </a:r>
            <a:r>
              <a:rPr lang="en-AU" sz="1800" dirty="0"/>
              <a:t> functions</a:t>
            </a:r>
          </a:p>
          <a:p>
            <a:pPr lvl="2"/>
            <a:r>
              <a:rPr lang="en-AU" sz="1800" dirty="0"/>
              <a:t>Token class</a:t>
            </a:r>
          </a:p>
          <a:p>
            <a:pPr lvl="1"/>
            <a:r>
              <a:rPr lang="en-AU" sz="2000" dirty="0"/>
              <a:t>Rendering</a:t>
            </a:r>
          </a:p>
          <a:p>
            <a:pPr lvl="2"/>
            <a:r>
              <a:rPr lang="en-AU" sz="1800" dirty="0"/>
              <a:t>Singleton pattern - Camera</a:t>
            </a:r>
          </a:p>
          <a:p>
            <a:pPr lvl="2"/>
            <a:r>
              <a:rPr lang="en-AU" sz="1800" dirty="0"/>
              <a:t>Mediator pattern – Grid Lines</a:t>
            </a:r>
          </a:p>
          <a:p>
            <a:pPr lvl="2"/>
            <a:r>
              <a:rPr lang="en-AU" sz="1800" dirty="0"/>
              <a:t>Boundary and other Functions</a:t>
            </a:r>
          </a:p>
          <a:p>
            <a:r>
              <a:rPr lang="en-AU" sz="2400" dirty="0"/>
              <a:t>I have learned:</a:t>
            </a:r>
          </a:p>
          <a:p>
            <a:pPr lvl="1"/>
            <a:r>
              <a:rPr lang="en-AU" sz="2000" dirty="0"/>
              <a:t>Difficulties of converting user input to functions</a:t>
            </a:r>
          </a:p>
          <a:p>
            <a:pPr lvl="1"/>
            <a:r>
              <a:rPr lang="en-AU" sz="2000" dirty="0"/>
              <a:t>How to use classes to represent types of data</a:t>
            </a:r>
          </a:p>
          <a:p>
            <a:pPr lvl="1"/>
            <a:r>
              <a:rPr lang="en-AU" sz="2000" dirty="0"/>
              <a:t>How to draw with a camera’s size and position, and structure for other objects</a:t>
            </a:r>
          </a:p>
          <a:p>
            <a:pPr lvl="2"/>
            <a:endParaRPr lang="en-AU" sz="1800" dirty="0"/>
          </a:p>
          <a:p>
            <a:pPr lvl="2"/>
            <a:endParaRPr lang="en-AU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F84D49-2937-A085-F099-A16DD958141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766" t="24678" r="31326" b="29451"/>
          <a:stretch>
            <a:fillRect/>
          </a:stretch>
        </p:blipFill>
        <p:spPr>
          <a:xfrm>
            <a:off x="5720630" y="630373"/>
            <a:ext cx="6030234" cy="27315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FBB0D49-FC87-E5B2-34E3-6CBC84EAB5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8073" y="3535158"/>
            <a:ext cx="6042792" cy="2381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80393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64</TotalTime>
  <Words>121</Words>
  <Application>Microsoft Office PowerPoint</Application>
  <PresentationFormat>Widescreen</PresentationFormat>
  <Paragraphs>25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Calisto MT</vt:lpstr>
      <vt:lpstr>Wingdings 2</vt:lpstr>
      <vt:lpstr>Slate</vt:lpstr>
      <vt:lpstr>Custom Program – Graphing Calculator</vt:lpstr>
      <vt:lpstr>Overview</vt:lpstr>
      <vt:lpstr>Code Design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Ryan W</dc:creator>
  <cp:lastModifiedBy>Ryan W</cp:lastModifiedBy>
  <cp:revision>1</cp:revision>
  <dcterms:created xsi:type="dcterms:W3CDTF">2025-11-12T09:25:11Z</dcterms:created>
  <dcterms:modified xsi:type="dcterms:W3CDTF">2025-11-14T00:54:27Z</dcterms:modified>
</cp:coreProperties>
</file>